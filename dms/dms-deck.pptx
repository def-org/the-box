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8DC9"/>
    <a:srgbClr val="EFE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806DAE-3AD3-4B1E-A910-6026BC626E44}" v="224" dt="2026-10-26T17:19:25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gusto Cezar" userId="d7b0f96a3ebf48c0" providerId="Windows Live" clId="Web-{E7806DAE-3AD3-4B1E-A910-6026BC626E44}"/>
    <pc:docChg chg="addSld delSld modSld sldOrd">
      <pc:chgData name="Augusto Cezar" userId="d7b0f96a3ebf48c0" providerId="Windows Live" clId="Web-{E7806DAE-3AD3-4B1E-A910-6026BC626E44}" dt="2026-10-26T17:19:25.885" v="253"/>
      <pc:docMkLst>
        <pc:docMk/>
      </pc:docMkLst>
      <pc:sldChg chg="addSp delSp modSp">
        <pc:chgData name="Augusto Cezar" userId="d7b0f96a3ebf48c0" providerId="Windows Live" clId="Web-{E7806DAE-3AD3-4B1E-A910-6026BC626E44}" dt="2026-10-26T17:03:59.390" v="117" actId="1076"/>
        <pc:sldMkLst>
          <pc:docMk/>
          <pc:sldMk cId="0" sldId="259"/>
        </pc:sldMkLst>
        <pc:spChg chg="mod">
          <ac:chgData name="Augusto Cezar" userId="d7b0f96a3ebf48c0" providerId="Windows Live" clId="Web-{E7806DAE-3AD3-4B1E-A910-6026BC626E44}" dt="2026-10-26T17:03:18.030" v="102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ugusto Cezar" userId="d7b0f96a3ebf48c0" providerId="Windows Live" clId="Web-{E7806DAE-3AD3-4B1E-A910-6026BC626E44}" dt="2026-10-26T17:03:04.499" v="9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ugusto Cezar" userId="d7b0f96a3ebf48c0" providerId="Windows Live" clId="Web-{E7806DAE-3AD3-4B1E-A910-6026BC626E44}" dt="2026-10-26T17:03:04.499" v="10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ugusto Cezar" userId="d7b0f96a3ebf48c0" providerId="Windows Live" clId="Web-{E7806DAE-3AD3-4B1E-A910-6026BC626E44}" dt="2026-10-26T17:03:04.499" v="10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Augusto Cezar" userId="d7b0f96a3ebf48c0" providerId="Windows Live" clId="Web-{E7806DAE-3AD3-4B1E-A910-6026BC626E44}" dt="2026-10-26T16:53:03.710" v="6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Augusto Cezar" userId="d7b0f96a3ebf48c0" providerId="Windows Live" clId="Web-{E7806DAE-3AD3-4B1E-A910-6026BC626E44}" dt="2026-10-26T16:53:22.179" v="69" actId="14100"/>
          <ac:spMkLst>
            <pc:docMk/>
            <pc:sldMk cId="0" sldId="259"/>
            <ac:spMk id="13" creationId="{00000000-0000-0000-0000-000000000000}"/>
          </ac:spMkLst>
        </pc:spChg>
        <pc:picChg chg="add del mod modCrop">
          <ac:chgData name="Augusto Cezar" userId="d7b0f96a3ebf48c0" providerId="Windows Live" clId="Web-{E7806DAE-3AD3-4B1E-A910-6026BC626E44}" dt="2026-10-26T17:03:59.390" v="117" actId="1076"/>
          <ac:picMkLst>
            <pc:docMk/>
            <pc:sldMk cId="0" sldId="259"/>
            <ac:picMk id="3" creationId="{00000000-0000-0000-0000-000000000000}"/>
          </ac:picMkLst>
        </pc:picChg>
        <pc:picChg chg="add del mod">
          <ac:chgData name="Augusto Cezar" userId="d7b0f96a3ebf48c0" providerId="Windows Live" clId="Web-{E7806DAE-3AD3-4B1E-A910-6026BC626E44}" dt="2026-10-26T16:47:32.331" v="8"/>
          <ac:picMkLst>
            <pc:docMk/>
            <pc:sldMk cId="0" sldId="259"/>
            <ac:picMk id="17" creationId="{C980E6FF-0216-5851-72B9-998254E491CE}"/>
          </ac:picMkLst>
        </pc:picChg>
      </pc:sldChg>
      <pc:sldChg chg="addSp delSp">
        <pc:chgData name="Augusto Cezar" userId="d7b0f96a3ebf48c0" providerId="Windows Live" clId="Web-{E7806DAE-3AD3-4B1E-A910-6026BC626E44}" dt="2026-10-26T17:04:05.374" v="118"/>
        <pc:sldMkLst>
          <pc:docMk/>
          <pc:sldMk cId="0" sldId="267"/>
        </pc:sldMkLst>
        <pc:spChg chg="add del">
          <ac:chgData name="Augusto Cezar" userId="d7b0f96a3ebf48c0" providerId="Windows Live" clId="Web-{E7806DAE-3AD3-4B1E-A910-6026BC626E44}" dt="2026-10-26T16:54:20.258" v="78"/>
          <ac:spMkLst>
            <pc:docMk/>
            <pc:sldMk cId="0" sldId="267"/>
            <ac:spMk id="2" creationId="{00000000-0000-0000-0000-000000000000}"/>
          </ac:spMkLst>
        </pc:spChg>
        <pc:spChg chg="add del">
          <ac:chgData name="Augusto Cezar" userId="d7b0f96a3ebf48c0" providerId="Windows Live" clId="Web-{E7806DAE-3AD3-4B1E-A910-6026BC626E44}" dt="2026-10-26T16:54:20.008" v="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03:46.077" v="106"/>
          <ac:spMkLst>
            <pc:docMk/>
            <pc:sldMk cId="0" sldId="267"/>
            <ac:spMk id="5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03:46.077" v="105"/>
          <ac:spMkLst>
            <pc:docMk/>
            <pc:sldMk cId="0" sldId="267"/>
            <ac:spMk id="6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03:46.077" v="104"/>
          <ac:spMkLst>
            <pc:docMk/>
            <pc:sldMk cId="0" sldId="267"/>
            <ac:spMk id="7" creationId="{00000000-0000-0000-0000-000000000000}"/>
          </ac:spMkLst>
        </pc:spChg>
        <pc:spChg chg="add">
          <ac:chgData name="Augusto Cezar" userId="d7b0f96a3ebf48c0" providerId="Windows Live" clId="Web-{E7806DAE-3AD3-4B1E-A910-6026BC626E44}" dt="2026-10-26T17:03:48.155" v="107"/>
          <ac:spMkLst>
            <pc:docMk/>
            <pc:sldMk cId="0" sldId="267"/>
            <ac:spMk id="18" creationId="{A86C2831-2051-9820-4FCB-7E9609133B11}"/>
          </ac:spMkLst>
        </pc:spChg>
        <pc:spChg chg="add">
          <ac:chgData name="Augusto Cezar" userId="d7b0f96a3ebf48c0" providerId="Windows Live" clId="Web-{E7806DAE-3AD3-4B1E-A910-6026BC626E44}" dt="2026-10-26T17:03:48.155" v="108"/>
          <ac:spMkLst>
            <pc:docMk/>
            <pc:sldMk cId="0" sldId="267"/>
            <ac:spMk id="20" creationId="{9C9B633B-F9EC-8964-AAFA-D85CB3894C5C}"/>
          </ac:spMkLst>
        </pc:spChg>
        <pc:spChg chg="add">
          <ac:chgData name="Augusto Cezar" userId="d7b0f96a3ebf48c0" providerId="Windows Live" clId="Web-{E7806DAE-3AD3-4B1E-A910-6026BC626E44}" dt="2026-10-26T17:03:48.155" v="109"/>
          <ac:spMkLst>
            <pc:docMk/>
            <pc:sldMk cId="0" sldId="267"/>
            <ac:spMk id="22" creationId="{D5F80E03-D8A1-B996-1573-778180D26573}"/>
          </ac:spMkLst>
        </pc:spChg>
        <pc:spChg chg="add del">
          <ac:chgData name="Augusto Cezar" userId="d7b0f96a3ebf48c0" providerId="Windows Live" clId="Web-{E7806DAE-3AD3-4B1E-A910-6026BC626E44}" dt="2026-10-26T17:03:49.718" v="115"/>
          <ac:spMkLst>
            <pc:docMk/>
            <pc:sldMk cId="0" sldId="267"/>
            <ac:spMk id="24" creationId="{956200B4-3260-EEF8-6DB5-865873D57C99}"/>
          </ac:spMkLst>
        </pc:spChg>
        <pc:spChg chg="add del">
          <ac:chgData name="Augusto Cezar" userId="d7b0f96a3ebf48c0" providerId="Windows Live" clId="Web-{E7806DAE-3AD3-4B1E-A910-6026BC626E44}" dt="2026-10-26T17:03:49.718" v="114"/>
          <ac:spMkLst>
            <pc:docMk/>
            <pc:sldMk cId="0" sldId="267"/>
            <ac:spMk id="26" creationId="{28A92146-8BD8-1BF6-02F2-4F2F226A9CD5}"/>
          </ac:spMkLst>
        </pc:spChg>
        <pc:spChg chg="add del">
          <ac:chgData name="Augusto Cezar" userId="d7b0f96a3ebf48c0" providerId="Windows Live" clId="Web-{E7806DAE-3AD3-4B1E-A910-6026BC626E44}" dt="2026-10-26T17:03:49.718" v="113"/>
          <ac:spMkLst>
            <pc:docMk/>
            <pc:sldMk cId="0" sldId="267"/>
            <ac:spMk id="28" creationId="{0A55302D-3153-CD1A-8611-E2BD2B73FAFA}"/>
          </ac:spMkLst>
        </pc:spChg>
        <pc:picChg chg="add del">
          <ac:chgData name="Augusto Cezar" userId="d7b0f96a3ebf48c0" providerId="Windows Live" clId="Web-{E7806DAE-3AD3-4B1E-A910-6026BC626E44}" dt="2026-10-26T17:03:39.530" v="103"/>
          <ac:picMkLst>
            <pc:docMk/>
            <pc:sldMk cId="0" sldId="267"/>
            <ac:picMk id="3" creationId="{00000000-0000-0000-0000-000000000000}"/>
          </ac:picMkLst>
        </pc:picChg>
        <pc:picChg chg="add">
          <ac:chgData name="Augusto Cezar" userId="d7b0f96a3ebf48c0" providerId="Windows Live" clId="Web-{E7806DAE-3AD3-4B1E-A910-6026BC626E44}" dt="2026-10-26T17:04:05.374" v="118"/>
          <ac:picMkLst>
            <pc:docMk/>
            <pc:sldMk cId="0" sldId="267"/>
            <ac:picMk id="30" creationId="{5DF37F32-EDC5-79B6-ADE0-290445363E8F}"/>
          </ac:picMkLst>
        </pc:picChg>
      </pc:sldChg>
      <pc:sldChg chg="addSp delSp modSp">
        <pc:chgData name="Augusto Cezar" userId="d7b0f96a3ebf48c0" providerId="Windows Live" clId="Web-{E7806DAE-3AD3-4B1E-A910-6026BC626E44}" dt="2026-10-26T17:16:17.899" v="223" actId="1076"/>
        <pc:sldMkLst>
          <pc:docMk/>
          <pc:sldMk cId="0" sldId="269"/>
        </pc:sldMkLst>
        <pc:spChg chg="mod">
          <ac:chgData name="Augusto Cezar" userId="d7b0f96a3ebf48c0" providerId="Windows Live" clId="Web-{E7806DAE-3AD3-4B1E-A910-6026BC626E44}" dt="2026-10-26T17:12:12.474" v="172" actId="1076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Augusto Cezar" userId="d7b0f96a3ebf48c0" providerId="Windows Live" clId="Web-{E7806DAE-3AD3-4B1E-A910-6026BC626E44}" dt="2026-10-26T17:16:00.289" v="219" actId="1076"/>
          <ac:spMkLst>
            <pc:docMk/>
            <pc:sldMk cId="0" sldId="269"/>
            <ac:spMk id="20" creationId="{00000000-0000-0000-0000-000000000000}"/>
          </ac:spMkLst>
        </pc:spChg>
        <pc:spChg chg="add del mod">
          <ac:chgData name="Augusto Cezar" userId="d7b0f96a3ebf48c0" providerId="Windows Live" clId="Web-{E7806DAE-3AD3-4B1E-A910-6026BC626E44}" dt="2026-10-26T17:16:17.899" v="222" actId="1076"/>
          <ac:spMkLst>
            <pc:docMk/>
            <pc:sldMk cId="0" sldId="269"/>
            <ac:spMk id="21" creationId="{00000000-0000-0000-0000-000000000000}"/>
          </ac:spMkLst>
        </pc:spChg>
        <pc:spChg chg="add del mod ord">
          <ac:chgData name="Augusto Cezar" userId="d7b0f96a3ebf48c0" providerId="Windows Live" clId="Web-{E7806DAE-3AD3-4B1E-A910-6026BC626E44}" dt="2026-10-26T17:16:17.899" v="223" actId="1076"/>
          <ac:spMkLst>
            <pc:docMk/>
            <pc:sldMk cId="0" sldId="269"/>
            <ac:spMk id="22" creationId="{00000000-0000-0000-0000-000000000000}"/>
          </ac:spMkLst>
        </pc:spChg>
        <pc:spChg chg="add del">
          <ac:chgData name="Augusto Cezar" userId="d7b0f96a3ebf48c0" providerId="Windows Live" clId="Web-{E7806DAE-3AD3-4B1E-A910-6026BC626E44}" dt="2026-10-26T17:07:58.783" v="131"/>
          <ac:spMkLst>
            <pc:docMk/>
            <pc:sldMk cId="0" sldId="269"/>
            <ac:spMk id="24" creationId="{569D9B9E-9E63-DB72-5607-035CFB66A2D3}"/>
          </ac:spMkLst>
        </pc:spChg>
        <pc:spChg chg="add del">
          <ac:chgData name="Augusto Cezar" userId="d7b0f96a3ebf48c0" providerId="Windows Live" clId="Web-{E7806DAE-3AD3-4B1E-A910-6026BC626E44}" dt="2026-10-26T17:08:14.112" v="138"/>
          <ac:spMkLst>
            <pc:docMk/>
            <pc:sldMk cId="0" sldId="269"/>
            <ac:spMk id="25" creationId="{ED42CE56-F48F-4F71-1F16-532B5A5D5919}"/>
          </ac:spMkLst>
        </pc:spChg>
        <pc:spChg chg="add del">
          <ac:chgData name="Augusto Cezar" userId="d7b0f96a3ebf48c0" providerId="Windows Live" clId="Web-{E7806DAE-3AD3-4B1E-A910-6026BC626E44}" dt="2026-10-26T17:08:14.112" v="138"/>
          <ac:spMkLst>
            <pc:docMk/>
            <pc:sldMk cId="0" sldId="269"/>
            <ac:spMk id="26" creationId="{25D931F2-F687-FAA1-7F4B-F049D6E3F216}"/>
          </ac:spMkLst>
        </pc:spChg>
        <pc:spChg chg="add del">
          <ac:chgData name="Augusto Cezar" userId="d7b0f96a3ebf48c0" providerId="Windows Live" clId="Web-{E7806DAE-3AD3-4B1E-A910-6026BC626E44}" dt="2026-10-26T17:08:34.690" v="146"/>
          <ac:spMkLst>
            <pc:docMk/>
            <pc:sldMk cId="0" sldId="269"/>
            <ac:spMk id="27" creationId="{708F67EA-2B4C-9D8F-8927-9CD975091350}"/>
          </ac:spMkLst>
        </pc:spChg>
        <pc:spChg chg="add del">
          <ac:chgData name="Augusto Cezar" userId="d7b0f96a3ebf48c0" providerId="Windows Live" clId="Web-{E7806DAE-3AD3-4B1E-A910-6026BC626E44}" dt="2026-10-26T17:08:34.690" v="146"/>
          <ac:spMkLst>
            <pc:docMk/>
            <pc:sldMk cId="0" sldId="269"/>
            <ac:spMk id="28" creationId="{8F328F26-F391-6ACC-ED5D-22922FA693F3}"/>
          </ac:spMkLst>
        </pc:spChg>
        <pc:spChg chg="add del">
          <ac:chgData name="Augusto Cezar" userId="d7b0f96a3ebf48c0" providerId="Windows Live" clId="Web-{E7806DAE-3AD3-4B1E-A910-6026BC626E44}" dt="2026-10-26T17:09:30.035" v="154"/>
          <ac:spMkLst>
            <pc:docMk/>
            <pc:sldMk cId="0" sldId="269"/>
            <ac:spMk id="29" creationId="{29018E61-B1FA-6969-84C8-25A4E2C5F09F}"/>
          </ac:spMkLst>
        </pc:spChg>
        <pc:picChg chg="del">
          <ac:chgData name="Augusto Cezar" userId="d7b0f96a3ebf48c0" providerId="Windows Live" clId="Web-{E7806DAE-3AD3-4B1E-A910-6026BC626E44}" dt="2026-10-26T17:07:47.111" v="127"/>
          <ac:picMkLst>
            <pc:docMk/>
            <pc:sldMk cId="0" sldId="269"/>
            <ac:picMk id="19" creationId="{00000000-0000-0000-0000-000000000000}"/>
          </ac:picMkLst>
        </pc:picChg>
        <pc:picChg chg="add mod ord modCrop">
          <ac:chgData name="Augusto Cezar" userId="d7b0f96a3ebf48c0" providerId="Windows Live" clId="Web-{E7806DAE-3AD3-4B1E-A910-6026BC626E44}" dt="2026-10-26T17:16:09.196" v="221"/>
          <ac:picMkLst>
            <pc:docMk/>
            <pc:sldMk cId="0" sldId="269"/>
            <ac:picMk id="23" creationId="{F5F050CF-5EA0-8026-FC7E-8A52433C9A82}"/>
          </ac:picMkLst>
        </pc:picChg>
      </pc:sldChg>
      <pc:sldChg chg="addSp delSp modSp">
        <pc:chgData name="Augusto Cezar" userId="d7b0f96a3ebf48c0" providerId="Windows Live" clId="Web-{E7806DAE-3AD3-4B1E-A910-6026BC626E44}" dt="2026-10-26T17:15:42.024" v="218" actId="14100"/>
        <pc:sldMkLst>
          <pc:docMk/>
          <pc:sldMk cId="0" sldId="270"/>
        </pc:sldMkLst>
        <pc:spChg chg="mod">
          <ac:chgData name="Augusto Cezar" userId="d7b0f96a3ebf48c0" providerId="Windows Live" clId="Web-{E7806DAE-3AD3-4B1E-A910-6026BC626E44}" dt="2026-10-26T17:14:03.475" v="199" actId="1076"/>
          <ac:spMkLst>
            <pc:docMk/>
            <pc:sldMk cId="0" sldId="270"/>
            <ac:spMk id="14" creationId="{00000000-0000-0000-0000-000000000000}"/>
          </ac:spMkLst>
        </pc:spChg>
        <pc:picChg chg="del mod">
          <ac:chgData name="Augusto Cezar" userId="d7b0f96a3ebf48c0" providerId="Windows Live" clId="Web-{E7806DAE-3AD3-4B1E-A910-6026BC626E44}" dt="2026-10-26T17:15:29.742" v="215"/>
          <ac:picMkLst>
            <pc:docMk/>
            <pc:sldMk cId="0" sldId="270"/>
            <ac:picMk id="18" creationId="{00000000-0000-0000-0000-000000000000}"/>
          </ac:picMkLst>
        </pc:picChg>
        <pc:picChg chg="add del mod">
          <ac:chgData name="Augusto Cezar" userId="d7b0f96a3ebf48c0" providerId="Windows Live" clId="Web-{E7806DAE-3AD3-4B1E-A910-6026BC626E44}" dt="2026-10-26T17:14:19.913" v="206"/>
          <ac:picMkLst>
            <pc:docMk/>
            <pc:sldMk cId="0" sldId="270"/>
            <ac:picMk id="24" creationId="{9D718BF6-342C-8781-37D4-C2F8C6183846}"/>
          </ac:picMkLst>
        </pc:picChg>
        <pc:picChg chg="add mod modCrop">
          <ac:chgData name="Augusto Cezar" userId="d7b0f96a3ebf48c0" providerId="Windows Live" clId="Web-{E7806DAE-3AD3-4B1E-A910-6026BC626E44}" dt="2026-10-26T17:15:42.024" v="218" actId="14100"/>
          <ac:picMkLst>
            <pc:docMk/>
            <pc:sldMk cId="0" sldId="270"/>
            <ac:picMk id="25" creationId="{D7F4DC4E-6916-9811-8259-6C33F7570D7B}"/>
          </ac:picMkLst>
        </pc:picChg>
      </pc:sldChg>
      <pc:sldChg chg="addSp delSp">
        <pc:chgData name="Augusto Cezar" userId="d7b0f96a3ebf48c0" providerId="Windows Live" clId="Web-{E7806DAE-3AD3-4B1E-A910-6026BC626E44}" dt="2026-10-26T17:17:30.166" v="229"/>
        <pc:sldMkLst>
          <pc:docMk/>
          <pc:sldMk cId="0" sldId="277"/>
        </pc:sldMkLst>
        <pc:spChg chg="del">
          <ac:chgData name="Augusto Cezar" userId="d7b0f96a3ebf48c0" providerId="Windows Live" clId="Web-{E7806DAE-3AD3-4B1E-A910-6026BC626E44}" dt="2026-10-26T17:17:07.213" v="227"/>
          <ac:spMkLst>
            <pc:docMk/>
            <pc:sldMk cId="0" sldId="277"/>
            <ac:spMk id="5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7:04.604" v="226"/>
          <ac:spMkLst>
            <pc:docMk/>
            <pc:sldMk cId="0" sldId="277"/>
            <ac:spMk id="6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7:04.604" v="225"/>
          <ac:spMkLst>
            <pc:docMk/>
            <pc:sldMk cId="0" sldId="277"/>
            <ac:spMk id="7" creationId="{00000000-0000-0000-0000-000000000000}"/>
          </ac:spMkLst>
        </pc:spChg>
        <pc:spChg chg="add">
          <ac:chgData name="Augusto Cezar" userId="d7b0f96a3ebf48c0" providerId="Windows Live" clId="Web-{E7806DAE-3AD3-4B1E-A910-6026BC626E44}" dt="2026-10-26T17:17:09.838" v="228"/>
          <ac:spMkLst>
            <pc:docMk/>
            <pc:sldMk cId="0" sldId="277"/>
            <ac:spMk id="17" creationId="{A86C2831-2051-9820-4FCB-7E9609133B11}"/>
          </ac:spMkLst>
        </pc:spChg>
        <pc:spChg chg="add">
          <ac:chgData name="Augusto Cezar" userId="d7b0f96a3ebf48c0" providerId="Windows Live" clId="Web-{E7806DAE-3AD3-4B1E-A910-6026BC626E44}" dt="2026-10-26T17:17:09.838" v="228"/>
          <ac:spMkLst>
            <pc:docMk/>
            <pc:sldMk cId="0" sldId="277"/>
            <ac:spMk id="18" creationId="{D5F80E03-D8A1-B996-1573-778180D26573}"/>
          </ac:spMkLst>
        </pc:spChg>
        <pc:spChg chg="add">
          <ac:chgData name="Augusto Cezar" userId="d7b0f96a3ebf48c0" providerId="Windows Live" clId="Web-{E7806DAE-3AD3-4B1E-A910-6026BC626E44}" dt="2026-10-26T17:17:30.166" v="229"/>
          <ac:spMkLst>
            <pc:docMk/>
            <pc:sldMk cId="0" sldId="277"/>
            <ac:spMk id="21" creationId="{0B345FAE-C24D-58A5-EA37-F981313A9990}"/>
          </ac:spMkLst>
        </pc:spChg>
        <pc:picChg chg="del">
          <ac:chgData name="Augusto Cezar" userId="d7b0f96a3ebf48c0" providerId="Windows Live" clId="Web-{E7806DAE-3AD3-4B1E-A910-6026BC626E44}" dt="2026-10-26T17:16:59.760" v="224"/>
          <ac:picMkLst>
            <pc:docMk/>
            <pc:sldMk cId="0" sldId="277"/>
            <ac:picMk id="3" creationId="{00000000-0000-0000-0000-000000000000}"/>
          </ac:picMkLst>
        </pc:picChg>
        <pc:picChg chg="add">
          <ac:chgData name="Augusto Cezar" userId="d7b0f96a3ebf48c0" providerId="Windows Live" clId="Web-{E7806DAE-3AD3-4B1E-A910-6026BC626E44}" dt="2026-10-26T17:17:09.838" v="228"/>
          <ac:picMkLst>
            <pc:docMk/>
            <pc:sldMk cId="0" sldId="277"/>
            <ac:picMk id="19" creationId="{5DF37F32-EDC5-79B6-ADE0-290445363E8F}"/>
          </ac:picMkLst>
        </pc:picChg>
      </pc:sldChg>
      <pc:sldChg chg="addSp delSp">
        <pc:chgData name="Augusto Cezar" userId="d7b0f96a3ebf48c0" providerId="Windows Live" clId="Web-{E7806DAE-3AD3-4B1E-A910-6026BC626E44}" dt="2026-10-26T17:19:25.885" v="253"/>
        <pc:sldMkLst>
          <pc:docMk/>
          <pc:sldMk cId="0" sldId="283"/>
        </pc:sldMkLst>
        <pc:spChg chg="del">
          <ac:chgData name="Augusto Cezar" userId="d7b0f96a3ebf48c0" providerId="Windows Live" clId="Web-{E7806DAE-3AD3-4B1E-A910-6026BC626E44}" dt="2026-10-26T17:17:49.791" v="233"/>
          <ac:spMkLst>
            <pc:docMk/>
            <pc:sldMk cId="0" sldId="283"/>
            <ac:spMk id="5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7:46.901" v="232"/>
          <ac:spMkLst>
            <pc:docMk/>
            <pc:sldMk cId="0" sldId="283"/>
            <ac:spMk id="6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7:46.901" v="231"/>
          <ac:spMkLst>
            <pc:docMk/>
            <pc:sldMk cId="0" sldId="283"/>
            <ac:spMk id="7" creationId="{00000000-0000-0000-0000-000000000000}"/>
          </ac:spMkLst>
        </pc:spChg>
        <pc:spChg chg="add">
          <ac:chgData name="Augusto Cezar" userId="d7b0f96a3ebf48c0" providerId="Windows Live" clId="Web-{E7806DAE-3AD3-4B1E-A910-6026BC626E44}" dt="2026-10-26T17:19:25.729" v="250"/>
          <ac:spMkLst>
            <pc:docMk/>
            <pc:sldMk cId="0" sldId="283"/>
            <ac:spMk id="18" creationId="{9FF60050-BB3A-8DC6-6AA2-3FB6E28F6D02}"/>
          </ac:spMkLst>
        </pc:spChg>
        <pc:spChg chg="add">
          <ac:chgData name="Augusto Cezar" userId="d7b0f96a3ebf48c0" providerId="Windows Live" clId="Web-{E7806DAE-3AD3-4B1E-A910-6026BC626E44}" dt="2026-10-26T17:19:25.745" v="251"/>
          <ac:spMkLst>
            <pc:docMk/>
            <pc:sldMk cId="0" sldId="283"/>
            <ac:spMk id="20" creationId="{8C6FE461-D0D6-77EF-A599-0487783CE8B1}"/>
          </ac:spMkLst>
        </pc:spChg>
        <pc:spChg chg="add">
          <ac:chgData name="Augusto Cezar" userId="d7b0f96a3ebf48c0" providerId="Windows Live" clId="Web-{E7806DAE-3AD3-4B1E-A910-6026BC626E44}" dt="2026-10-26T17:19:25.745" v="252"/>
          <ac:spMkLst>
            <pc:docMk/>
            <pc:sldMk cId="0" sldId="283"/>
            <ac:spMk id="22" creationId="{01D34F70-074A-43D4-175D-D808932134B8}"/>
          </ac:spMkLst>
        </pc:spChg>
        <pc:picChg chg="del">
          <ac:chgData name="Augusto Cezar" userId="d7b0f96a3ebf48c0" providerId="Windows Live" clId="Web-{E7806DAE-3AD3-4B1E-A910-6026BC626E44}" dt="2026-10-26T17:17:41.495" v="230"/>
          <ac:picMkLst>
            <pc:docMk/>
            <pc:sldMk cId="0" sldId="283"/>
            <ac:picMk id="3" creationId="{00000000-0000-0000-0000-000000000000}"/>
          </ac:picMkLst>
        </pc:picChg>
        <pc:picChg chg="add">
          <ac:chgData name="Augusto Cezar" userId="d7b0f96a3ebf48c0" providerId="Windows Live" clId="Web-{E7806DAE-3AD3-4B1E-A910-6026BC626E44}" dt="2026-10-26T17:19:25.885" v="253"/>
          <ac:picMkLst>
            <pc:docMk/>
            <pc:sldMk cId="0" sldId="283"/>
            <ac:picMk id="24" creationId="{2B49CC0D-5577-8D22-9B9C-9E02377D2106}"/>
          </ac:picMkLst>
        </pc:picChg>
      </pc:sldChg>
      <pc:sldChg chg="addSp delSp">
        <pc:chgData name="Augusto Cezar" userId="d7b0f96a3ebf48c0" providerId="Windows Live" clId="Web-{E7806DAE-3AD3-4B1E-A910-6026BC626E44}" dt="2026-10-26T17:18:53.682" v="241"/>
        <pc:sldMkLst>
          <pc:docMk/>
          <pc:sldMk cId="0" sldId="288"/>
        </pc:sldMkLst>
        <pc:spChg chg="del">
          <ac:chgData name="Augusto Cezar" userId="d7b0f96a3ebf48c0" providerId="Windows Live" clId="Web-{E7806DAE-3AD3-4B1E-A910-6026BC626E44}" dt="2026-10-26T17:18:49.088" v="235"/>
          <ac:spMkLst>
            <pc:docMk/>
            <pc:sldMk cId="0" sldId="288"/>
            <ac:spMk id="5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8:50.791" v="236"/>
          <ac:spMkLst>
            <pc:docMk/>
            <pc:sldMk cId="0" sldId="288"/>
            <ac:spMk id="6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8:51.916" v="237"/>
          <ac:spMkLst>
            <pc:docMk/>
            <pc:sldMk cId="0" sldId="288"/>
            <ac:spMk id="7" creationId="{00000000-0000-0000-0000-000000000000}"/>
          </ac:spMkLst>
        </pc:spChg>
        <pc:spChg chg="add">
          <ac:chgData name="Augusto Cezar" userId="d7b0f96a3ebf48c0" providerId="Windows Live" clId="Web-{E7806DAE-3AD3-4B1E-A910-6026BC626E44}" dt="2026-10-26T17:18:53.526" v="238"/>
          <ac:spMkLst>
            <pc:docMk/>
            <pc:sldMk cId="0" sldId="288"/>
            <ac:spMk id="18" creationId="{C6CDEBF2-9DF1-7ACF-15AB-7A80682FA20C}"/>
          </ac:spMkLst>
        </pc:spChg>
        <pc:spChg chg="add">
          <ac:chgData name="Augusto Cezar" userId="d7b0f96a3ebf48c0" providerId="Windows Live" clId="Web-{E7806DAE-3AD3-4B1E-A910-6026BC626E44}" dt="2026-10-26T17:18:53.541" v="239"/>
          <ac:spMkLst>
            <pc:docMk/>
            <pc:sldMk cId="0" sldId="288"/>
            <ac:spMk id="20" creationId="{37455520-A1D3-0BCC-AC5C-DE160DA05F48}"/>
          </ac:spMkLst>
        </pc:spChg>
        <pc:spChg chg="add">
          <ac:chgData name="Augusto Cezar" userId="d7b0f96a3ebf48c0" providerId="Windows Live" clId="Web-{E7806DAE-3AD3-4B1E-A910-6026BC626E44}" dt="2026-10-26T17:18:53.541" v="240"/>
          <ac:spMkLst>
            <pc:docMk/>
            <pc:sldMk cId="0" sldId="288"/>
            <ac:spMk id="22" creationId="{95457C56-E7F6-66A7-5AF6-6100ABEAED13}"/>
          </ac:spMkLst>
        </pc:spChg>
        <pc:picChg chg="del">
          <ac:chgData name="Augusto Cezar" userId="d7b0f96a3ebf48c0" providerId="Windows Live" clId="Web-{E7806DAE-3AD3-4B1E-A910-6026BC626E44}" dt="2026-10-26T17:18:46.198" v="234"/>
          <ac:picMkLst>
            <pc:docMk/>
            <pc:sldMk cId="0" sldId="288"/>
            <ac:picMk id="3" creationId="{00000000-0000-0000-0000-000000000000}"/>
          </ac:picMkLst>
        </pc:picChg>
        <pc:picChg chg="add">
          <ac:chgData name="Augusto Cezar" userId="d7b0f96a3ebf48c0" providerId="Windows Live" clId="Web-{E7806DAE-3AD3-4B1E-A910-6026BC626E44}" dt="2026-10-26T17:18:53.682" v="241"/>
          <ac:picMkLst>
            <pc:docMk/>
            <pc:sldMk cId="0" sldId="288"/>
            <ac:picMk id="24" creationId="{D8F0DB8C-7CA4-2E3A-73E2-87EA638CD384}"/>
          </ac:picMkLst>
        </pc:picChg>
      </pc:sldChg>
      <pc:sldChg chg="addSp delSp">
        <pc:chgData name="Augusto Cezar" userId="d7b0f96a3ebf48c0" providerId="Windows Live" clId="Web-{E7806DAE-3AD3-4B1E-A910-6026BC626E44}" dt="2026-10-26T17:19:20.338" v="249"/>
        <pc:sldMkLst>
          <pc:docMk/>
          <pc:sldMk cId="0" sldId="292"/>
        </pc:sldMkLst>
        <pc:spChg chg="del">
          <ac:chgData name="Augusto Cezar" userId="d7b0f96a3ebf48c0" providerId="Windows Live" clId="Web-{E7806DAE-3AD3-4B1E-A910-6026BC626E44}" dt="2026-10-26T17:19:07.088" v="244"/>
          <ac:spMkLst>
            <pc:docMk/>
            <pc:sldMk cId="0" sldId="292"/>
            <ac:spMk id="5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9:06.588" v="243"/>
          <ac:spMkLst>
            <pc:docMk/>
            <pc:sldMk cId="0" sldId="292"/>
            <ac:spMk id="6" creationId="{00000000-0000-0000-0000-000000000000}"/>
          </ac:spMkLst>
        </pc:spChg>
        <pc:spChg chg="del">
          <ac:chgData name="Augusto Cezar" userId="d7b0f96a3ebf48c0" providerId="Windows Live" clId="Web-{E7806DAE-3AD3-4B1E-A910-6026BC626E44}" dt="2026-10-26T17:19:08.198" v="245"/>
          <ac:spMkLst>
            <pc:docMk/>
            <pc:sldMk cId="0" sldId="292"/>
            <ac:spMk id="7" creationId="{00000000-0000-0000-0000-000000000000}"/>
          </ac:spMkLst>
        </pc:spChg>
        <pc:spChg chg="add">
          <ac:chgData name="Augusto Cezar" userId="d7b0f96a3ebf48c0" providerId="Windows Live" clId="Web-{E7806DAE-3AD3-4B1E-A910-6026BC626E44}" dt="2026-10-26T17:19:20.182" v="246"/>
          <ac:spMkLst>
            <pc:docMk/>
            <pc:sldMk cId="0" sldId="292"/>
            <ac:spMk id="18" creationId="{2F3570AE-9B15-3F14-85BA-631D439E899A}"/>
          </ac:spMkLst>
        </pc:spChg>
        <pc:spChg chg="add">
          <ac:chgData name="Augusto Cezar" userId="d7b0f96a3ebf48c0" providerId="Windows Live" clId="Web-{E7806DAE-3AD3-4B1E-A910-6026BC626E44}" dt="2026-10-26T17:19:20.198" v="247"/>
          <ac:spMkLst>
            <pc:docMk/>
            <pc:sldMk cId="0" sldId="292"/>
            <ac:spMk id="20" creationId="{BEF60DE9-BE48-D896-2064-5E7DF6B98CA7}"/>
          </ac:spMkLst>
        </pc:spChg>
        <pc:spChg chg="add">
          <ac:chgData name="Augusto Cezar" userId="d7b0f96a3ebf48c0" providerId="Windows Live" clId="Web-{E7806DAE-3AD3-4B1E-A910-6026BC626E44}" dt="2026-10-26T17:19:20.198" v="248"/>
          <ac:spMkLst>
            <pc:docMk/>
            <pc:sldMk cId="0" sldId="292"/>
            <ac:spMk id="22" creationId="{7103A471-D0B1-CD43-2FA1-0B7B38DB61CA}"/>
          </ac:spMkLst>
        </pc:spChg>
        <pc:picChg chg="del">
          <ac:chgData name="Augusto Cezar" userId="d7b0f96a3ebf48c0" providerId="Windows Live" clId="Web-{E7806DAE-3AD3-4B1E-A910-6026BC626E44}" dt="2026-10-26T17:19:05.385" v="242"/>
          <ac:picMkLst>
            <pc:docMk/>
            <pc:sldMk cId="0" sldId="292"/>
            <ac:picMk id="3" creationId="{00000000-0000-0000-0000-000000000000}"/>
          </ac:picMkLst>
        </pc:picChg>
        <pc:picChg chg="add">
          <ac:chgData name="Augusto Cezar" userId="d7b0f96a3ebf48c0" providerId="Windows Live" clId="Web-{E7806DAE-3AD3-4B1E-A910-6026BC626E44}" dt="2026-10-26T17:19:20.338" v="249"/>
          <ac:picMkLst>
            <pc:docMk/>
            <pc:sldMk cId="0" sldId="292"/>
            <ac:picMk id="24" creationId="{D2956762-64B0-7138-8E77-BA49C33295B8}"/>
          </ac:picMkLst>
        </pc:picChg>
      </pc:sldChg>
      <pc:sldChg chg="add del ord replId">
        <pc:chgData name="Augusto Cezar" userId="d7b0f96a3ebf48c0" providerId="Windows Live" clId="Web-{E7806DAE-3AD3-4B1E-A910-6026BC626E44}" dt="2026-10-26T16:52:59.491" v="59"/>
        <pc:sldMkLst>
          <pc:docMk/>
          <pc:sldMk cId="1617806501" sldId="296"/>
        </pc:sldMkLst>
      </pc:sldChg>
      <pc:sldChg chg="add del replId">
        <pc:chgData name="Augusto Cezar" userId="d7b0f96a3ebf48c0" providerId="Windows Live" clId="Web-{E7806DAE-3AD3-4B1E-A910-6026BC626E44}" dt="2026-10-26T16:47:28.081" v="5"/>
        <pc:sldMkLst>
          <pc:docMk/>
          <pc:sldMk cId="1836757884" sldId="296"/>
        </pc:sldMkLst>
      </pc:sldChg>
      <pc:sldChg chg="add del replId">
        <pc:chgData name="Augusto Cezar" userId="d7b0f96a3ebf48c0" providerId="Windows Live" clId="Web-{E7806DAE-3AD3-4B1E-A910-6026BC626E44}" dt="2026-10-26T17:02:50.295" v="95"/>
        <pc:sldMkLst>
          <pc:docMk/>
          <pc:sldMk cId="2725654103" sldId="296"/>
        </pc:sldMkLst>
      </pc:sldChg>
      <pc:sldChg chg="add del replId">
        <pc:chgData name="Augusto Cezar" userId="d7b0f96a3ebf48c0" providerId="Windows Live" clId="Web-{E7806DAE-3AD3-4B1E-A910-6026BC626E44}" dt="2026-10-26T16:54:23.320" v="80"/>
        <pc:sldMkLst>
          <pc:docMk/>
          <pc:sldMk cId="3683352846" sldId="29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D7A7F-365B-40BC-808E-0BB6BE601535}" type="datetimeFigureOut"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78A72-1881-45D0-BC81-C6D79309B9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1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executivo do projeto DMS: migração da base on-premises SQNPRD (SQL Server) para Amazon RDS for PostgreSQL Multi-AZ. Fonte: notas do kick-off e desenhos de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Objetivos: migrar SQNPRD (bancos db1 e db2, schema dbo) para RDS for PostgreSQL (schema schemaapp); atender a versão modernizada da aplicação, que já roda na AWS; adotar o modelo de dados corporativo (ex.: cliente_contato → pessoa + contato). Fonte: notas do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 1: transformação de schema no schema-forge, que gera o STM (source-to-target mapping). Passo 2: migração de dados pelos data-devops-pipelines com a task AWS DMS full-load-and-cdc via Direct Connect. CDC reverso RDS → SQL Server durante a janela de fallback. Transformações estruturais que o DMS não faz ficam com scripts + STM + tabela map_pessoa. Fonte: desenho de arquitetura e notas do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Arquitetura TO-BE: RDS for PostgreSQL Multi-AZ (schemaapp), task DMS full-load-and-cdc lendo o SQNPRD via DX pela conta transitiva, CDC reverso direto ao SQNPRD, apps modernizadas com kaas-convivencia, Portal Manager com toggles read-cloud/write-cloud e batch-democratizacao publicando no datamesh. Fonte: desenho de arquitetura.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– visão geral: início (marca a posição do log), full load, recuperação do atraso, replicação contínua por dias ou semanas, virada e exceções (breaking glass e rollback). Fonte: desenho Workflow Migracao.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– cenário em que a app está na AWS ou tem acesso direto à base. Fonte: desenho Workflow Migracao.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– cenário em que a app fica on-prem sem acesso direto à base na AWS. Fonte: desenho Workflow Migracao.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Virada: congelar a escrita no legado, conferir atraso zerado, ajustar sequences, ligar CDC reverso e ativar a stack AWS (toggles do Portal Manager e/ou DNS). Na janela de fallback as apps legadas ficam implantadas sem tráfego. Rollback: bloquear escrita na AWS, registro marcador, desligar a cópia, religar jobs e triggers, devolver o tráfego ao on-prem. Depois da janela, o on-prem é desligado e começa a normalização na cloud. Fonte: notas do kick-off e desenho Workflow Migracao.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Riscos: diferenças de collation, maiúsculas, fuso e SQL embutido; DMS não divide tabelas nem faz lookup/join (scripts + STM + map_pessoa); consumidores ocultos (jobs, relatórios, integrações, linked servers, SSIS); sequences sem valor migrado (setval na virada); triggers do legado durante o fallback; retenção de WAL pelo slot do CDC reverso (alarmes OldestReplicationSlotLag e TransactionLogsDiskUsage). Fonte: notas do kick-off.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 Preencher e-mail e contato antes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mnt/data/base-img.png"/>
          <p:cNvPicPr>
            <a:picLocks noChangeAspect="1"/>
          </p:cNvPicPr>
          <p:nvPr/>
        </p:nvPicPr>
        <p:blipFill>
          <a:blip r:embed="rId2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" y="4782312"/>
            <a:ext cx="8092440" cy="1691640"/>
          </a:xfrm>
          <a:prstGeom prst="roundRect">
            <a:avLst>
              <a:gd name="adj" fmla="val 8108"/>
            </a:avLst>
          </a:prstGeom>
          <a:solidFill>
            <a:srgbClr val="08142C">
              <a:alpha val="91000"/>
            </a:srgbClr>
          </a:solidFill>
          <a:ln w="12700">
            <a:solidFill>
              <a:srgbClr val="08142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3192" y="4782312"/>
            <a:ext cx="73152" cy="1691640"/>
          </a:xfrm>
          <a:prstGeom prst="rect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3192" y="5824728"/>
            <a:ext cx="73152" cy="649224"/>
          </a:xfrm>
          <a:prstGeom prst="rect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956048"/>
            <a:ext cx="34721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30" dirty="0">
                <a:solidFill>
                  <a:srgbClr val="8DE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DE BASE DE DADOS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" y="5294376"/>
            <a:ext cx="7406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→ RDS POSTGRESQL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8096" y="610819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D8E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/ DMS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1033272" cy="1024128"/>
          </a:xfrm>
          <a:prstGeom prst="line">
            <a:avLst/>
          </a:prstGeom>
          <a:noFill/>
          <a:ln w="12700">
            <a:solidFill>
              <a:srgbClr val="16C9EE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0"/>
            <a:ext cx="1243584" cy="1234440"/>
          </a:xfrm>
          <a:prstGeom prst="line">
            <a:avLst/>
          </a:prstGeom>
          <a:noFill/>
          <a:ln w="12700">
            <a:solidFill>
              <a:srgbClr val="7467DC">
                <a:alpha val="1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02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68341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53212"/>
            <a:ext cx="14090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941832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SQNPRD sai do on-prem para um banco gerenciado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67512" y="1609344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app modernizada já roda na AWS; a base precisa acompanhá-la, sem licença de SQL Server.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76656" y="2093976"/>
            <a:ext cx="658368" cy="0"/>
          </a:xfrm>
          <a:prstGeom prst="line">
            <a:avLst/>
          </a:prstGeom>
          <a:noFill/>
          <a:ln w="38100">
            <a:solidFill>
              <a:srgbClr val="16C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2093976"/>
            <a:ext cx="411480" cy="0"/>
          </a:xfrm>
          <a:prstGeom prst="line">
            <a:avLst/>
          </a:prstGeom>
          <a:noFill/>
          <a:ln w="38100">
            <a:solidFill>
              <a:srgbClr val="746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6504" y="2093976"/>
            <a:ext cx="301752" cy="0"/>
          </a:xfrm>
          <a:prstGeom prst="line">
            <a:avLst/>
          </a:prstGeom>
          <a:noFill/>
          <a:ln w="38100">
            <a:solidFill>
              <a:srgbClr val="E94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478024"/>
            <a:ext cx="6729984" cy="3401568"/>
          </a:xfrm>
          <a:prstGeom prst="roundRect">
            <a:avLst>
              <a:gd name="adj" fmla="val 5108"/>
            </a:avLst>
          </a:prstGeom>
          <a:solidFill>
            <a:srgbClr val="FFFFFF"/>
          </a:solidFill>
          <a:ln w="10160">
            <a:solidFill>
              <a:srgbClr val="DF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OPORTUNIDADE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9264" y="3218688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gerenciado na AWS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9264" y="4114800"/>
            <a:ext cx="5797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Backup, HA e patch passam para a AWS e a licença de SQL Server deixa de existir.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9264" y="5376672"/>
            <a:ext cx="1053389" cy="0"/>
          </a:xfrm>
          <a:prstGeom prst="line">
            <a:avLst/>
          </a:prstGeom>
          <a:noFill/>
          <a:ln w="38100">
            <a:solidFill>
              <a:srgbClr val="16C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2653" y="5376672"/>
            <a:ext cx="658368" cy="0"/>
          </a:xfrm>
          <a:prstGeom prst="line">
            <a:avLst/>
          </a:prstGeom>
          <a:noFill/>
          <a:ln w="38100">
            <a:solidFill>
              <a:srgbClr val="746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81021" y="5376672"/>
            <a:ext cx="482803" cy="0"/>
          </a:xfrm>
          <a:prstGeom prst="line">
            <a:avLst/>
          </a:prstGeom>
          <a:noFill/>
          <a:ln w="38100">
            <a:solidFill>
              <a:srgbClr val="E94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1816" y="2478024"/>
            <a:ext cx="3813048" cy="3401568"/>
          </a:xfrm>
          <a:prstGeom prst="roundRect">
            <a:avLst>
              <a:gd name="adj" fmla="val 5376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2871216"/>
            <a:ext cx="448056" cy="448056"/>
          </a:xfrm>
          <a:prstGeom prst="ellipse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2980944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2953512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ATENDER A APP NOVA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8302752" y="3319272"/>
            <a:ext cx="0" cy="374904"/>
          </a:xfrm>
          <a:prstGeom prst="line">
            <a:avLst/>
          </a:prstGeom>
          <a:noFill/>
          <a:ln w="12700">
            <a:solidFill>
              <a:srgbClr val="7467DC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3721608"/>
            <a:ext cx="448056" cy="448056"/>
          </a:xfrm>
          <a:prstGeom prst="ellipse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3296" y="3831336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3803904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CORPORATIVO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8302752" y="4169664"/>
            <a:ext cx="0" cy="374904"/>
          </a:xfrm>
          <a:prstGeom prst="line">
            <a:avLst/>
          </a:prstGeom>
          <a:noFill/>
          <a:ln w="12700">
            <a:solidFill>
              <a:srgbClr val="7467DC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83296" y="4572000"/>
            <a:ext cx="448056" cy="448056"/>
          </a:xfrm>
          <a:prstGeom prst="ellipse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681728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4654296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DESLIGAR O ON-PREM</a:t>
            </a:r>
            <a:endParaRPr lang="en-US" sz="13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1033272" cy="1024128"/>
          </a:xfrm>
          <a:prstGeom prst="line">
            <a:avLst/>
          </a:prstGeom>
          <a:noFill/>
          <a:ln w="12700">
            <a:solidFill>
              <a:srgbClr val="16C9EE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0"/>
            <a:ext cx="1243584" cy="1234440"/>
          </a:xfrm>
          <a:prstGeom prst="line">
            <a:avLst/>
          </a:prstGeom>
          <a:noFill/>
          <a:ln w="12700">
            <a:solidFill>
              <a:srgbClr val="7467DC">
                <a:alpha val="1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03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37160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532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941832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online em três pilares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67512" y="1609344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e dados migrados por automação, com replicação contínua e caminho de volta garantido.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76656" y="2093976"/>
            <a:ext cx="658368" cy="0"/>
          </a:xfrm>
          <a:prstGeom prst="line">
            <a:avLst/>
          </a:prstGeom>
          <a:noFill/>
          <a:ln w="38100">
            <a:solidFill>
              <a:srgbClr val="16C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2093976"/>
            <a:ext cx="411480" cy="0"/>
          </a:xfrm>
          <a:prstGeom prst="line">
            <a:avLst/>
          </a:prstGeom>
          <a:noFill/>
          <a:ln w="38100">
            <a:solidFill>
              <a:srgbClr val="746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6504" y="2093976"/>
            <a:ext cx="301752" cy="0"/>
          </a:xfrm>
          <a:prstGeom prst="line">
            <a:avLst/>
          </a:prstGeom>
          <a:noFill/>
          <a:ln w="38100">
            <a:solidFill>
              <a:srgbClr val="E94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2487168"/>
            <a:ext cx="3630168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FE7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2724912"/>
            <a:ext cx="786384" cy="786384"/>
          </a:xfrm>
          <a:prstGeom prst="roundRect">
            <a:avLst>
              <a:gd name="adj" fmla="val 20930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907792"/>
            <a:ext cx="667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96112" y="3767328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SCHEMA-FORGE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4407408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 o schema e gera o mapeamento origem-destino.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896112" y="5468112"/>
            <a:ext cx="3154680" cy="0"/>
          </a:xfrm>
          <a:prstGeom prst="line">
            <a:avLst/>
          </a:prstGeom>
          <a:noFill/>
          <a:ln w="25400">
            <a:solidFill>
              <a:srgbClr val="16C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2487168"/>
            <a:ext cx="3630168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FE7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4024" y="2724912"/>
            <a:ext cx="786384" cy="786384"/>
          </a:xfrm>
          <a:prstGeom prst="roundRect">
            <a:avLst>
              <a:gd name="adj" fmla="val 20930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907792"/>
            <a:ext cx="667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782312" y="3767328"/>
            <a:ext cx="3425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DMS FULL LOAD+CDC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82312" y="4407408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Cópia inicial e replicação com atraso de segundos.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4782312" y="5468112"/>
            <a:ext cx="3154680" cy="0"/>
          </a:xfrm>
          <a:prstGeom prst="line">
            <a:avLst/>
          </a:prstGeom>
          <a:noFill/>
          <a:ln w="25400">
            <a:solidFill>
              <a:srgbClr val="7467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9912" y="2487168"/>
            <a:ext cx="3630168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FE7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0224" y="2724912"/>
            <a:ext cx="786384" cy="786384"/>
          </a:xfrm>
          <a:prstGeom prst="roundRect">
            <a:avLst>
              <a:gd name="adj" fmla="val 20930"/>
            </a:avLst>
          </a:prstGeom>
          <a:solidFill>
            <a:srgbClr val="FFF0F8"/>
          </a:solidFill>
          <a:ln w="12700">
            <a:solidFill>
              <a:srgbClr val="FFF0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2907792"/>
            <a:ext cx="667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94F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8668512" y="3767328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REVERSO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668512" y="4407408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Mantém o SQL Server em dia para um rollback seguro.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8668512" y="5468112"/>
            <a:ext cx="3154680" cy="0"/>
          </a:xfrm>
          <a:prstGeom prst="line">
            <a:avLst/>
          </a:prstGeom>
          <a:noFill/>
          <a:ln w="25400">
            <a:solidFill>
              <a:srgbClr val="E94FA5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04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947773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553212"/>
            <a:ext cx="167345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TO-BE</a:t>
            </a:r>
            <a:endParaRPr lang="en-US" sz="92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55" y="950976"/>
            <a:ext cx="9971090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05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68341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553212"/>
            <a:ext cx="14090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GERAL</a:t>
            </a:r>
            <a:endParaRPr lang="en-US" sz="92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1615"/>
            <a:ext cx="10972800" cy="436854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06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68341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553212"/>
            <a:ext cx="14090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APP AWS</a:t>
            </a:r>
            <a:endParaRPr lang="en-US" sz="92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83" y="950976"/>
            <a:ext cx="9493433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07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68341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553212"/>
            <a:ext cx="14090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ON-PREM</a:t>
            </a:r>
            <a:endParaRPr lang="en-US" sz="92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6456"/>
            <a:ext cx="10972800" cy="461886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1033272" cy="1024128"/>
          </a:xfrm>
          <a:prstGeom prst="line">
            <a:avLst/>
          </a:prstGeom>
          <a:noFill/>
          <a:ln w="12700">
            <a:solidFill>
              <a:srgbClr val="16C9EE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0"/>
            <a:ext cx="1243584" cy="1234440"/>
          </a:xfrm>
          <a:prstGeom prst="line">
            <a:avLst/>
          </a:prstGeom>
          <a:noFill/>
          <a:ln w="12700">
            <a:solidFill>
              <a:srgbClr val="7467DC">
                <a:alpha val="1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08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37160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532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VIRADA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941832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 base viram juntas, com volta garantida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67512" y="1609344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apps on-prem não acessam a base na AWS; por isso a troca é coordenada por DNS ou toggles.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76656" y="2093976"/>
            <a:ext cx="658368" cy="0"/>
          </a:xfrm>
          <a:prstGeom prst="line">
            <a:avLst/>
          </a:prstGeom>
          <a:noFill/>
          <a:ln w="38100">
            <a:solidFill>
              <a:srgbClr val="16C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2093976"/>
            <a:ext cx="411480" cy="0"/>
          </a:xfrm>
          <a:prstGeom prst="line">
            <a:avLst/>
          </a:prstGeom>
          <a:noFill/>
          <a:ln w="38100">
            <a:solidFill>
              <a:srgbClr val="746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6504" y="2093976"/>
            <a:ext cx="301752" cy="0"/>
          </a:xfrm>
          <a:prstGeom prst="line">
            <a:avLst/>
          </a:prstGeom>
          <a:noFill/>
          <a:ln w="38100">
            <a:solidFill>
              <a:srgbClr val="E94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523744"/>
            <a:ext cx="5431536" cy="3154680"/>
          </a:xfrm>
          <a:prstGeom prst="roundRect">
            <a:avLst>
              <a:gd name="adj" fmla="val 6087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2862072"/>
            <a:ext cx="521208" cy="521208"/>
          </a:xfrm>
          <a:prstGeom prst="ellipse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2953512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82496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6C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730752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Congelar e ativar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042416" y="4471416"/>
            <a:ext cx="4645152" cy="0"/>
          </a:xfrm>
          <a:prstGeom prst="line">
            <a:avLst/>
          </a:prstGeom>
          <a:noFill/>
          <a:ln w="16510">
            <a:solidFill>
              <a:srgbClr val="16C9EE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690872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Congelar escrita • Zerar atraso • Ajustar sequences • Ligar CDC reverso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19088" y="2523744"/>
            <a:ext cx="5431536" cy="3154680"/>
          </a:xfrm>
          <a:prstGeom prst="roundRect">
            <a:avLst>
              <a:gd name="adj" fmla="val 6087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862072"/>
            <a:ext cx="521208" cy="521208"/>
          </a:xfrm>
          <a:prstGeom prst="ellipse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953512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424928" y="2898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 DE FALLBACK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93992" y="3730752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Voltar com segurança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6784848" y="4471416"/>
            <a:ext cx="4645152" cy="0"/>
          </a:xfrm>
          <a:prstGeom prst="line">
            <a:avLst/>
          </a:prstGeom>
          <a:noFill/>
          <a:ln w="16510">
            <a:solidFill>
              <a:srgbClr val="7467DC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4690872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errado ou causa desconhecida: rollback • Erro conhecido: correção na AWS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1033272" cy="1024128"/>
          </a:xfrm>
          <a:prstGeom prst="line">
            <a:avLst/>
          </a:prstGeom>
          <a:noFill/>
          <a:ln w="12700">
            <a:solidFill>
              <a:srgbClr val="16C9EE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0"/>
            <a:ext cx="1243584" cy="1234440"/>
          </a:xfrm>
          <a:prstGeom prst="line">
            <a:avLst/>
          </a:prstGeom>
          <a:noFill/>
          <a:ln w="12700">
            <a:solidFill>
              <a:srgbClr val="7467DC">
                <a:alpha val="1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09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58368" y="512064"/>
            <a:ext cx="137160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532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941832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riscos principais já têm mitigação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67512" y="1609344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pontos de atenção são tratados antes e durante a convivência entre os dois ambientes.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76656" y="2093976"/>
            <a:ext cx="658368" cy="0"/>
          </a:xfrm>
          <a:prstGeom prst="line">
            <a:avLst/>
          </a:prstGeom>
          <a:noFill/>
          <a:ln w="38100">
            <a:solidFill>
              <a:srgbClr val="16C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2093976"/>
            <a:ext cx="411480" cy="0"/>
          </a:xfrm>
          <a:prstGeom prst="line">
            <a:avLst/>
          </a:prstGeom>
          <a:noFill/>
          <a:ln w="38100">
            <a:solidFill>
              <a:srgbClr val="746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6504" y="2093976"/>
            <a:ext cx="301752" cy="0"/>
          </a:xfrm>
          <a:prstGeom prst="line">
            <a:avLst/>
          </a:prstGeom>
          <a:noFill/>
          <a:ln w="38100">
            <a:solidFill>
              <a:srgbClr val="E94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514600"/>
            <a:ext cx="475488" cy="475488"/>
          </a:xfrm>
          <a:prstGeom prst="ellipse">
            <a:avLst/>
          </a:prstGeom>
          <a:solidFill>
            <a:srgbClr val="16C9EE"/>
          </a:solidFill>
          <a:ln w="12700">
            <a:solidFill>
              <a:srgbClr val="16C9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65633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17904" y="247802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× PostgreSQL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7904" y="2825496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equivalência na replicação contínua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1536192" y="3218688"/>
            <a:ext cx="4498848" cy="0"/>
          </a:xfrm>
          <a:prstGeom prst="line">
            <a:avLst/>
          </a:prstGeom>
          <a:noFill/>
          <a:ln w="8890">
            <a:solidFill>
              <a:srgbClr val="DFE7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374136"/>
            <a:ext cx="475488" cy="475488"/>
          </a:xfrm>
          <a:prstGeom prst="ellipse">
            <a:avLst/>
          </a:prstGeom>
          <a:solidFill>
            <a:srgbClr val="386DEB"/>
          </a:solidFill>
          <a:ln w="12700">
            <a:solidFill>
              <a:srgbClr val="386D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1586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17904" y="33375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 do DMS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7904" y="368503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e mapeamento para mudanças estruturais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536192" y="4078224"/>
            <a:ext cx="4498848" cy="0"/>
          </a:xfrm>
          <a:prstGeom prst="line">
            <a:avLst/>
          </a:prstGeom>
          <a:noFill/>
          <a:ln w="8890">
            <a:solidFill>
              <a:srgbClr val="DFE7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233672"/>
            <a:ext cx="475488" cy="475488"/>
          </a:xfrm>
          <a:prstGeom prst="ellipse">
            <a:avLst/>
          </a:prstGeom>
          <a:solidFill>
            <a:srgbClr val="7467DC"/>
          </a:solidFill>
          <a:ln w="12700">
            <a:solidFill>
              <a:srgbClr val="7467D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75404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17904" y="419709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Consumidores ocultos da base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17904" y="4544568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Inventário completo antes da virada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1536192" y="4937760"/>
            <a:ext cx="4498848" cy="0"/>
          </a:xfrm>
          <a:prstGeom prst="line">
            <a:avLst/>
          </a:prstGeom>
          <a:noFill/>
          <a:ln w="8890">
            <a:solidFill>
              <a:srgbClr val="DFE7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093208"/>
            <a:ext cx="475488" cy="475488"/>
          </a:xfrm>
          <a:prstGeom prst="ellipse">
            <a:avLst/>
          </a:prstGeom>
          <a:solidFill>
            <a:srgbClr val="E94FA5"/>
          </a:solidFill>
          <a:ln w="12700">
            <a:solidFill>
              <a:srgbClr val="E94FA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23494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17904" y="50566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Sequences e triggers do legado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17904" y="5404104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na virada e triggers off no fallback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949440" y="2478024"/>
            <a:ext cx="4517136" cy="3557016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10160">
            <a:solidFill>
              <a:srgbClr val="DFE7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2724912"/>
            <a:ext cx="3502152" cy="466344"/>
          </a:xfrm>
          <a:prstGeom prst="roundRect">
            <a:avLst>
              <a:gd name="adj" fmla="val 45098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4112" y="28254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CONVIVÊNCIA CONTROLADA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300984"/>
            <a:ext cx="3502152" cy="466344"/>
          </a:xfrm>
          <a:prstGeom prst="roundRect">
            <a:avLst>
              <a:gd name="adj" fmla="val 45098"/>
            </a:avLst>
          </a:prstGeom>
          <a:solidFill>
            <a:srgbClr val="EDF7FE"/>
          </a:solidFill>
          <a:ln w="12700">
            <a:solidFill>
              <a:srgbClr val="EDF7F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54112" y="3401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GARANTIDO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52360" y="3877056"/>
            <a:ext cx="3502152" cy="466344"/>
          </a:xfrm>
          <a:prstGeom prst="roundRect">
            <a:avLst>
              <a:gd name="adj" fmla="val 45098"/>
            </a:avLst>
          </a:prstGeom>
          <a:solidFill>
            <a:srgbClr val="FFF0F8"/>
          </a:solidFill>
          <a:ln w="12700">
            <a:solidFill>
              <a:srgbClr val="FFF0F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GERENCIADA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0" y="4846320"/>
            <a:ext cx="3017520" cy="0"/>
          </a:xfrm>
          <a:prstGeom prst="line">
            <a:avLst/>
          </a:prstGeom>
          <a:noFill/>
          <a:ln w="25400">
            <a:solidFill>
              <a:srgbClr val="16C9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50840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SEGURA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10896"/>
            <a:ext cx="1298448" cy="0"/>
          </a:xfrm>
          <a:prstGeom prst="line">
            <a:avLst/>
          </a:prstGeom>
          <a:noFill/>
          <a:ln w="31750">
            <a:solidFill>
              <a:srgbClr val="16C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10896"/>
            <a:ext cx="493776" cy="0"/>
          </a:xfrm>
          <a:prstGeom prst="line">
            <a:avLst/>
          </a:prstGeom>
          <a:noFill/>
          <a:ln w="31750">
            <a:solidFill>
              <a:srgbClr val="746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310896"/>
            <a:ext cx="347472" cy="0"/>
          </a:xfrm>
          <a:prstGeom prst="line">
            <a:avLst/>
          </a:prstGeom>
          <a:noFill/>
          <a:ln w="31750">
            <a:solidFill>
              <a:srgbClr val="E94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0"/>
            <a:ext cx="1033272" cy="1024128"/>
          </a:xfrm>
          <a:prstGeom prst="line">
            <a:avLst/>
          </a:prstGeom>
          <a:noFill/>
          <a:ln w="12700">
            <a:solidFill>
              <a:srgbClr val="16C9EE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5368" y="0"/>
            <a:ext cx="1243584" cy="1234440"/>
          </a:xfrm>
          <a:prstGeom prst="line">
            <a:avLst/>
          </a:prstGeom>
          <a:noFill/>
          <a:ln w="12700">
            <a:solidFill>
              <a:srgbClr val="7467DC">
                <a:alpha val="1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6473952"/>
            <a:ext cx="10972800" cy="0"/>
          </a:xfrm>
          <a:prstGeom prst="line">
            <a:avLst/>
          </a:prstGeom>
          <a:noFill/>
          <a:ln w="10160">
            <a:solidFill>
              <a:srgbClr val="DFE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kern="0" spc="6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9784080" y="6537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DMS • 10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76656" y="676656"/>
            <a:ext cx="1874520" cy="301752"/>
          </a:xfrm>
          <a:prstGeom prst="roundRect">
            <a:avLst>
              <a:gd name="adj" fmla="val 45455"/>
            </a:avLst>
          </a:prstGeom>
          <a:solidFill>
            <a:srgbClr val="F1EFFE"/>
          </a:solidFill>
          <a:ln w="12700">
            <a:solidFill>
              <a:srgbClr val="F1EF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71780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kern="0" spc="120" dirty="0">
                <a:solidFill>
                  <a:srgbClr val="7467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 /  DMS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67512" y="1243584"/>
            <a:ext cx="9985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1723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Obrigado.</a:t>
            </a:r>
            <a:endParaRPr lang="en-US" sz="3700" dirty="0"/>
          </a:p>
        </p:txBody>
      </p:sp>
      <p:sp>
        <p:nvSpPr>
          <p:cNvPr id="14" name="Text 12"/>
          <p:cNvSpPr/>
          <p:nvPr/>
        </p:nvSpPr>
        <p:spPr>
          <a:xfrm>
            <a:off x="704088" y="2221992"/>
            <a:ext cx="100309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E-mail: [seu e-mail]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6473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Contato: [seu contato]</a:t>
            </a:r>
            <a:endParaRPr lang="en-US" sz="1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| AI &amp; Cloud — Tokyo Light</dc:title>
  <dc:subject>Tokyo Light — refreshed presentation template</dc:subject>
  <dc:creator>TCS • Tokyo Light redesign</dc:creator>
  <cp:lastModifiedBy>TCS • Tokyo Light redesign</cp:lastModifiedBy>
  <cp:revision>115</cp:revision>
  <dcterms:created xsi:type="dcterms:W3CDTF">2026-10-26T16:02:02Z</dcterms:created>
  <dcterms:modified xsi:type="dcterms:W3CDTF">2026-10-26T17:19:37Z</dcterms:modified>
</cp:coreProperties>
</file>